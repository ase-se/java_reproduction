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82" r:id="rId3"/>
    <p:sldId id="296" r:id="rId4"/>
    <p:sldId id="297" r:id="rId5"/>
    <p:sldId id="283" r:id="rId6"/>
    <p:sldId id="298" r:id="rId7"/>
    <p:sldId id="299" r:id="rId8"/>
    <p:sldId id="300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81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D0BC4-AD2E-A079-8FB2-BBD9917C7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5A965D-48E6-9680-3DC8-F232CF0B0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9805C-3924-9A9F-A462-1CDDBA22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1F48E2-BD08-0CFC-822A-D31581A2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1B2D3A-C6F0-19CB-C475-A8A4954A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01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D5814-2590-9E07-E2B7-4E391FE7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7C96D-AEBE-60F3-CDC3-3CFFC8402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46023-E321-BD5F-1C1D-2F27BC8D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BC3B9-3907-319E-792A-FB284CD2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97592-BF32-868E-E951-CF784BEE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9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D4DB5-2A4E-717E-121B-98319AEF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45DC5F-0D53-CE1F-9996-A96C59966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C59ED-469E-5FF9-6DCB-BB8DE71C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8C7D5-9636-C00A-4DA3-E5720F09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7F68D-CA62-37B5-D2D2-3018EEAC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03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1186C-B83F-91D1-ECDA-89C08CF2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EABE8F-279C-4DB1-D89F-0825BCE2F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D23CC9-52BE-B1AB-3C5B-B571F42E0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A9ECA-7DAF-44FD-261D-C79E495F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DFBD0-6D65-22F2-57BB-E9053E4C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AB2958-EA97-96F9-C3CA-86C53151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52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CE1C-06D7-F3A2-AA60-75BE29DE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61932D-6590-0900-188B-2179EB0C6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FD7B36-7C97-598B-42BC-D49D3CF8C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AA6F1F-9945-EFB8-38B7-D73B390C4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39A829-6135-DC8C-E177-C7B021AE9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BDD144-C95C-A8B3-96CD-25742D6FD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C896DD-8A84-07F6-DECD-477FB929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CF7C8F-84E9-8B3E-054B-60727597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04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D9D80-0490-A700-2E68-0922B688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C82B79-74EA-DD18-5677-EF1538A5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54785F-B88D-784E-D6F8-91B99ECB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AB682B-BBDF-14DD-5F34-DFB30DD2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78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80E2A9-43CA-1D10-E691-0D9A12E0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1D686E-2C7A-DFDE-B455-3C5AB8145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8F6300-8F97-8D22-F527-4A77BAC1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84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4C471-BA43-F81E-EE6E-115AD15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C2E54-B684-4199-D993-F2EFDEB7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2D4308-6E41-2726-8AC0-BE6AB13C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453364-071E-97B9-B592-B32189C0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3321AC-BF9A-C159-83E1-4038B84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33B671-9253-DF2E-7BE2-E53BD64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45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DDD9E-5955-8C79-25B5-4B0E9339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E3B525-3BDC-1FBD-BE74-A22F8B926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94849A-0347-3D7E-8535-13FA5492C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E10D42-A0CF-5209-35A2-D69FAEDA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979138-D452-42D1-1228-8945781A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A67C9A-2197-2AAE-46EC-CC1D1F19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7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A09B9-13C7-8D4C-DB9D-B451F6DA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E716F8-61E4-0093-8062-489D73BED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D0B27-777A-C18A-A29A-5EF2AB62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0E424-8C5B-D2EF-8D04-A76E9297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6003E5-F3D3-A620-69C7-10198AD4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5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85FCD9-4206-FAFE-A034-7A50B490D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CEB1A4-7B3B-74D5-9B6F-919B763DB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109F2-C7F4-D261-529E-2BDEE7C3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58CE9-C208-A486-7E64-545E0EBF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3B84B-DB63-082A-88F0-BD03112A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3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6B8DFE-9E62-CF56-7466-EA9BD784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8790E-D474-218F-081F-57E95162D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7FC49-A473-A410-3516-F8FE8F8D1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EF2C4-3CEF-44A2-B791-8D1CA1EDE9C2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BB953-EA26-4143-A9A0-724D381F3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10C97-2E1E-CC86-A1E4-0E2BB8D65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34298-D4FE-47AB-A23F-AA4A9C0FD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41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3B60-D618-FCE4-5A94-214FE175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A225F-C23A-51EA-533F-064C76B07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69DEFC-F506-F978-51AA-56742DA15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617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F7AB-5D19-B9CA-25F3-BEF2C685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63ED3-0BED-F074-9030-611A00EA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D921C4-0C26-E081-D85A-2BB061ABFCAD}"/>
              </a:ext>
            </a:extLst>
          </p:cNvPr>
          <p:cNvSpPr txBox="1"/>
          <p:nvPr/>
        </p:nvSpPr>
        <p:spPr>
          <a:xfrm>
            <a:off x="8480850" y="19082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4A3C4B-7AA7-CEAA-75F8-F2D1CC832D43}"/>
              </a:ext>
            </a:extLst>
          </p:cNvPr>
          <p:cNvSpPr txBox="1"/>
          <p:nvPr/>
        </p:nvSpPr>
        <p:spPr>
          <a:xfrm>
            <a:off x="8480850" y="2990097"/>
            <a:ext cx="338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8E0220-3E71-8815-DF1B-1F1200E4645D}"/>
              </a:ext>
            </a:extLst>
          </p:cNvPr>
          <p:cNvSpPr txBox="1"/>
          <p:nvPr/>
        </p:nvSpPr>
        <p:spPr>
          <a:xfrm>
            <a:off x="8488063" y="4398568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</a:t>
            </a:r>
            <a:endParaRPr lang="zh-CN" altLang="en-US" sz="24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5997A3D-0AF3-48DA-A3F6-7D609B3B59AF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8650127" y="2369947"/>
            <a:ext cx="0" cy="6201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D15F022-79C2-5479-70FC-A502F817331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650127" y="3451762"/>
            <a:ext cx="0" cy="9468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A751745-F253-E2C2-CA81-7FF67F0A98B2}"/>
              </a:ext>
            </a:extLst>
          </p:cNvPr>
          <p:cNvSpPr txBox="1"/>
          <p:nvPr/>
        </p:nvSpPr>
        <p:spPr>
          <a:xfrm>
            <a:off x="8586201" y="3693726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try-catch Exception1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B93B47-F367-C32D-A02B-11A51B7B33F9}"/>
              </a:ext>
            </a:extLst>
          </p:cNvPr>
          <p:cNvSpPr txBox="1"/>
          <p:nvPr/>
        </p:nvSpPr>
        <p:spPr>
          <a:xfrm>
            <a:off x="8982029" y="4445987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throw Exception2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AB9AEC-813C-5031-7592-6AFF52F36912}"/>
              </a:ext>
            </a:extLst>
          </p:cNvPr>
          <p:cNvSpPr txBox="1"/>
          <p:nvPr/>
        </p:nvSpPr>
        <p:spPr>
          <a:xfrm>
            <a:off x="7417417" y="5208127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Exception2</a:t>
            </a:r>
            <a:r>
              <a:rPr lang="zh-CN" altLang="en-US" dirty="0"/>
              <a:t>继承</a:t>
            </a:r>
            <a:r>
              <a:rPr lang="en-US" altLang="zh-CN" dirty="0"/>
              <a:t>Exception1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D7E7D7-32C1-E1F7-8834-4333918A95F1}"/>
              </a:ext>
            </a:extLst>
          </p:cNvPr>
          <p:cNvSpPr txBox="1"/>
          <p:nvPr/>
        </p:nvSpPr>
        <p:spPr>
          <a:xfrm>
            <a:off x="8112635" y="935705"/>
            <a:ext cx="23663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分析</a:t>
            </a:r>
            <a:r>
              <a:rPr lang="en-US" altLang="zh-CN" dirty="0"/>
              <a:t>a</a:t>
            </a:r>
            <a:r>
              <a:rPr lang="zh-CN" altLang="en-US" dirty="0"/>
              <a:t>时，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中的抛出不应被记为</a:t>
            </a:r>
            <a:endParaRPr lang="en-US" altLang="zh-CN" dirty="0"/>
          </a:p>
          <a:p>
            <a:r>
              <a:rPr lang="en-US" altLang="zh-CN" dirty="0"/>
              <a:t>uncaught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BEA195F-062B-5764-F674-A38EF7CF8D9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8812191" y="4629401"/>
            <a:ext cx="169838" cy="12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698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5E41419-0B82-1D98-AFFD-5CF9379384C5}"/>
              </a:ext>
            </a:extLst>
          </p:cNvPr>
          <p:cNvSpPr/>
          <p:nvPr/>
        </p:nvSpPr>
        <p:spPr>
          <a:xfrm>
            <a:off x="2028248" y="3662201"/>
            <a:ext cx="1583324" cy="83462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静态分析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971213-C0DE-413B-7031-7CD93C265A48}"/>
              </a:ext>
            </a:extLst>
          </p:cNvPr>
          <p:cNvSpPr/>
          <p:nvPr/>
        </p:nvSpPr>
        <p:spPr>
          <a:xfrm>
            <a:off x="5847967" y="2193945"/>
            <a:ext cx="1583324" cy="20313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路径遍历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throw</a:t>
            </a:r>
            <a:r>
              <a:rPr lang="zh-CN" altLang="en-US" sz="2400" dirty="0">
                <a:solidFill>
                  <a:schemeClr val="tx1"/>
                </a:solidFill>
              </a:rPr>
              <a:t>语句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DF5274-DE92-DEB1-6711-2D27A4D021C5}"/>
              </a:ext>
            </a:extLst>
          </p:cNvPr>
          <p:cNvSpPr txBox="1"/>
          <p:nvPr/>
        </p:nvSpPr>
        <p:spPr>
          <a:xfrm>
            <a:off x="3892040" y="384867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调用树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A22B61-EA7D-DC69-A8F4-079B035E059A}"/>
              </a:ext>
            </a:extLst>
          </p:cNvPr>
          <p:cNvSpPr txBox="1"/>
          <p:nvPr/>
        </p:nvSpPr>
        <p:spPr>
          <a:xfrm>
            <a:off x="947561" y="38486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79FA24-3AA6-1BCF-0B86-DAEE7D5A5E0E}"/>
              </a:ext>
            </a:extLst>
          </p:cNvPr>
          <p:cNvSpPr txBox="1"/>
          <p:nvPr/>
        </p:nvSpPr>
        <p:spPr>
          <a:xfrm>
            <a:off x="8296612" y="3414441"/>
            <a:ext cx="2566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（多个）未捕获</a:t>
            </a:r>
            <a:endParaRPr lang="en-US" altLang="zh-CN" sz="2400" dirty="0"/>
          </a:p>
          <a:p>
            <a:r>
              <a:rPr lang="en-US" altLang="zh-CN" sz="2400" dirty="0" err="1"/>
              <a:t>RuntimeException</a:t>
            </a:r>
            <a:endParaRPr lang="en-US" altLang="zh-CN" sz="2400" dirty="0"/>
          </a:p>
          <a:p>
            <a:r>
              <a:rPr lang="zh-CN" altLang="en-US" sz="2400" dirty="0"/>
              <a:t>及对应抛出前提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0D599-BB1B-2C63-4344-8EE7B5772EA6}"/>
              </a:ext>
            </a:extLst>
          </p:cNvPr>
          <p:cNvSpPr txBox="1"/>
          <p:nvPr/>
        </p:nvSpPr>
        <p:spPr>
          <a:xfrm>
            <a:off x="3804887" y="2400347"/>
            <a:ext cx="1548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API</a:t>
            </a:r>
            <a:r>
              <a:rPr lang="zh-CN" altLang="en-US" sz="2400" dirty="0">
                <a:solidFill>
                  <a:srgbClr val="C00000"/>
                </a:solidFill>
              </a:rPr>
              <a:t>文档库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E9D1E9-F41A-C2C4-4DD9-0339A75997DD}"/>
              </a:ext>
            </a:extLst>
          </p:cNvPr>
          <p:cNvSpPr/>
          <p:nvPr/>
        </p:nvSpPr>
        <p:spPr>
          <a:xfrm>
            <a:off x="5856661" y="4364133"/>
            <a:ext cx="1583324" cy="1386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启发式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识别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2207D0B0-F0A1-25C2-40D4-990AB0C8FC0C}"/>
              </a:ext>
            </a:extLst>
          </p:cNvPr>
          <p:cNvSpPr/>
          <p:nvPr/>
        </p:nvSpPr>
        <p:spPr>
          <a:xfrm>
            <a:off x="1711476" y="3968277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0BD9F270-9507-BCBA-E8DF-8E5D9F8F4D2A}"/>
              </a:ext>
            </a:extLst>
          </p:cNvPr>
          <p:cNvSpPr/>
          <p:nvPr/>
        </p:nvSpPr>
        <p:spPr>
          <a:xfrm>
            <a:off x="3643493" y="3968276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C976ABF-8B6E-8C73-384A-2E95410AC7B5}"/>
              </a:ext>
            </a:extLst>
          </p:cNvPr>
          <p:cNvSpPr/>
          <p:nvPr/>
        </p:nvSpPr>
        <p:spPr>
          <a:xfrm rot="2985765">
            <a:off x="7524635" y="3477398"/>
            <a:ext cx="678633" cy="18285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D1876C6-4B93-D2BD-E61B-98854562BC26}"/>
              </a:ext>
            </a:extLst>
          </p:cNvPr>
          <p:cNvSpPr/>
          <p:nvPr/>
        </p:nvSpPr>
        <p:spPr>
          <a:xfrm rot="18933361">
            <a:off x="7507343" y="4612792"/>
            <a:ext cx="678633" cy="18285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EBB2411F-2827-4318-04C8-D24E56860249}"/>
              </a:ext>
            </a:extLst>
          </p:cNvPr>
          <p:cNvSpPr/>
          <p:nvPr/>
        </p:nvSpPr>
        <p:spPr>
          <a:xfrm rot="20540614">
            <a:off x="5021825" y="3855916"/>
            <a:ext cx="683576" cy="1925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D8E3C7F9-1A64-A22B-EEF6-C206D0C0A710}"/>
              </a:ext>
            </a:extLst>
          </p:cNvPr>
          <p:cNvSpPr/>
          <p:nvPr/>
        </p:nvSpPr>
        <p:spPr>
          <a:xfrm rot="1750141">
            <a:off x="4976250" y="4267872"/>
            <a:ext cx="683576" cy="19252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324F82A3-67F1-79E7-0E83-F2997231100A}"/>
              </a:ext>
            </a:extLst>
          </p:cNvPr>
          <p:cNvSpPr/>
          <p:nvPr/>
        </p:nvSpPr>
        <p:spPr>
          <a:xfrm>
            <a:off x="5363613" y="2519947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9120F63B-2E0D-14A0-4982-9ABD7CB5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079"/>
          </a:xfrm>
        </p:spPr>
        <p:txBody>
          <a:bodyPr/>
          <a:lstStyle/>
          <a:p>
            <a:r>
              <a:rPr lang="en-US" altLang="zh-CN" dirty="0"/>
              <a:t>overview</a:t>
            </a:r>
            <a:r>
              <a:rPr lang="zh-CN" altLang="en-US" dirty="0"/>
              <a:t>代码分析部分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C6B27C-E096-C357-9C66-9A88846A1A31}"/>
              </a:ext>
            </a:extLst>
          </p:cNvPr>
          <p:cNvSpPr txBox="1"/>
          <p:nvPr/>
        </p:nvSpPr>
        <p:spPr>
          <a:xfrm>
            <a:off x="5663399" y="538174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改成本地大模型实现</a:t>
            </a:r>
          </a:p>
        </p:txBody>
      </p:sp>
    </p:spTree>
    <p:extLst>
      <p:ext uri="{BB962C8B-B14F-4D97-AF65-F5344CB8AC3E}">
        <p14:creationId xmlns:p14="http://schemas.microsoft.com/office/powerpoint/2010/main" val="375209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A0D9-45FE-2978-5A69-0643D241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5A54BE0-A7AC-1E91-8738-617131A5463D}"/>
              </a:ext>
            </a:extLst>
          </p:cNvPr>
          <p:cNvSpPr/>
          <p:nvPr/>
        </p:nvSpPr>
        <p:spPr>
          <a:xfrm>
            <a:off x="4667584" y="2706383"/>
            <a:ext cx="2412323" cy="8346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exception</a:t>
            </a:r>
          </a:p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触发可能性判断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03CAAD-1000-9085-04B0-E07A1504C39C}"/>
              </a:ext>
            </a:extLst>
          </p:cNvPr>
          <p:cNvSpPr/>
          <p:nvPr/>
        </p:nvSpPr>
        <p:spPr>
          <a:xfrm>
            <a:off x="8803573" y="2689265"/>
            <a:ext cx="2412323" cy="8346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catch</a:t>
            </a:r>
          </a:p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必要性判断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1937C5-C36B-E21E-4280-89AFD8519F87}"/>
              </a:ext>
            </a:extLst>
          </p:cNvPr>
          <p:cNvSpPr txBox="1"/>
          <p:nvPr/>
        </p:nvSpPr>
        <p:spPr>
          <a:xfrm>
            <a:off x="4487181" y="1957195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完整调用代码</a:t>
            </a:r>
            <a:r>
              <a:rPr lang="en-US" altLang="zh-CN" sz="2400" dirty="0"/>
              <a:t>+</a:t>
            </a:r>
            <a:r>
              <a:rPr lang="zh-CN" altLang="en-US" sz="2400" dirty="0"/>
              <a:t>文档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A99BA-9D73-6F83-C523-81BAD2C9E196}"/>
              </a:ext>
            </a:extLst>
          </p:cNvPr>
          <p:cNvSpPr txBox="1"/>
          <p:nvPr/>
        </p:nvSpPr>
        <p:spPr>
          <a:xfrm>
            <a:off x="8693573" y="1938285"/>
            <a:ext cx="2698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剩余</a:t>
            </a:r>
            <a:r>
              <a:rPr lang="en-US" altLang="zh-CN" sz="2400" dirty="0"/>
              <a:t>exception</a:t>
            </a:r>
            <a:r>
              <a:rPr lang="zh-CN" altLang="en-US" sz="2400" dirty="0"/>
              <a:t>信息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FB3636-63C2-E4C9-A02D-57FD656CE137}"/>
              </a:ext>
            </a:extLst>
          </p:cNvPr>
          <p:cNvSpPr/>
          <p:nvPr/>
        </p:nvSpPr>
        <p:spPr>
          <a:xfrm>
            <a:off x="8807605" y="5662832"/>
            <a:ext cx="2412323" cy="8346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代码修改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结果生成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39A458-6501-B066-1115-F74E6CBD0D47}"/>
              </a:ext>
            </a:extLst>
          </p:cNvPr>
          <p:cNvSpPr txBox="1"/>
          <p:nvPr/>
        </p:nvSpPr>
        <p:spPr>
          <a:xfrm>
            <a:off x="8545254" y="4932401"/>
            <a:ext cx="2937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代码</a:t>
            </a:r>
            <a:r>
              <a:rPr lang="en-US" altLang="zh-CN" sz="2400" dirty="0"/>
              <a:t>+catch</a:t>
            </a:r>
            <a:r>
              <a:rPr lang="zh-CN" altLang="en-US" sz="2400" dirty="0"/>
              <a:t>添加方式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F59140-B94A-42BE-BB4B-7FD0A2990265}"/>
              </a:ext>
            </a:extLst>
          </p:cNvPr>
          <p:cNvSpPr txBox="1"/>
          <p:nvPr/>
        </p:nvSpPr>
        <p:spPr>
          <a:xfrm>
            <a:off x="1194088" y="287399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调用树上</a:t>
            </a:r>
            <a:endParaRPr lang="en-US" altLang="zh-CN" sz="2400" dirty="0"/>
          </a:p>
          <a:p>
            <a:r>
              <a:rPr lang="zh-CN" altLang="en-US" sz="2400" dirty="0"/>
              <a:t>完整代码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9FA3FF-F0C4-C020-8BDF-8EEEBA14B09F}"/>
              </a:ext>
            </a:extLst>
          </p:cNvPr>
          <p:cNvSpPr txBox="1"/>
          <p:nvPr/>
        </p:nvSpPr>
        <p:spPr>
          <a:xfrm>
            <a:off x="618610" y="1508952"/>
            <a:ext cx="2566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（多个）未捕获</a:t>
            </a:r>
            <a:endParaRPr lang="en-US" altLang="zh-CN" sz="2400" dirty="0"/>
          </a:p>
          <a:p>
            <a:r>
              <a:rPr lang="en-US" altLang="zh-CN" sz="2400" dirty="0" err="1"/>
              <a:t>RuntimeException</a:t>
            </a:r>
            <a:endParaRPr lang="zh-CN" altLang="en-US" sz="24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07F8AB8-FCEC-CA76-E70F-D7279F24743F}"/>
              </a:ext>
            </a:extLst>
          </p:cNvPr>
          <p:cNvSpPr/>
          <p:nvPr/>
        </p:nvSpPr>
        <p:spPr>
          <a:xfrm rot="5400000">
            <a:off x="5720260" y="2418333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343615A-9706-9EE1-8A84-E18B739A85B1}"/>
              </a:ext>
            </a:extLst>
          </p:cNvPr>
          <p:cNvCxnSpPr>
            <a:cxnSpLocks/>
          </p:cNvCxnSpPr>
          <p:nvPr/>
        </p:nvCxnSpPr>
        <p:spPr>
          <a:xfrm>
            <a:off x="3392991" y="2598231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FF709D4-149D-2EC7-401D-54752ABB5047}"/>
              </a:ext>
            </a:extLst>
          </p:cNvPr>
          <p:cNvCxnSpPr>
            <a:cxnSpLocks/>
          </p:cNvCxnSpPr>
          <p:nvPr/>
        </p:nvCxnSpPr>
        <p:spPr>
          <a:xfrm>
            <a:off x="3392991" y="2756768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B6F6111-F25E-776F-44B3-6BB3FB4D55BC}"/>
              </a:ext>
            </a:extLst>
          </p:cNvPr>
          <p:cNvCxnSpPr>
            <a:cxnSpLocks/>
          </p:cNvCxnSpPr>
          <p:nvPr/>
        </p:nvCxnSpPr>
        <p:spPr>
          <a:xfrm>
            <a:off x="3383225" y="2910190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A023CF1-94B4-9B01-670A-CC3A01297FDA}"/>
              </a:ext>
            </a:extLst>
          </p:cNvPr>
          <p:cNvCxnSpPr>
            <a:cxnSpLocks/>
          </p:cNvCxnSpPr>
          <p:nvPr/>
        </p:nvCxnSpPr>
        <p:spPr>
          <a:xfrm>
            <a:off x="3387361" y="3062079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75F42DD-CF0E-20EE-9601-CA38521705EB}"/>
              </a:ext>
            </a:extLst>
          </p:cNvPr>
          <p:cNvCxnSpPr>
            <a:cxnSpLocks/>
          </p:cNvCxnSpPr>
          <p:nvPr/>
        </p:nvCxnSpPr>
        <p:spPr>
          <a:xfrm>
            <a:off x="3387361" y="3220616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E0A6D7-CDAC-09AF-3D44-2925DD7E3AEF}"/>
              </a:ext>
            </a:extLst>
          </p:cNvPr>
          <p:cNvCxnSpPr>
            <a:cxnSpLocks/>
          </p:cNvCxnSpPr>
          <p:nvPr/>
        </p:nvCxnSpPr>
        <p:spPr>
          <a:xfrm>
            <a:off x="3377595" y="3374038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5144FD-951E-DFD9-B8A1-1EAC1C59D253}"/>
              </a:ext>
            </a:extLst>
          </p:cNvPr>
          <p:cNvCxnSpPr>
            <a:cxnSpLocks/>
          </p:cNvCxnSpPr>
          <p:nvPr/>
        </p:nvCxnSpPr>
        <p:spPr>
          <a:xfrm>
            <a:off x="7521594" y="2794617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9C77CAC-E910-4C24-FDEE-98D43935211A}"/>
              </a:ext>
            </a:extLst>
          </p:cNvPr>
          <p:cNvCxnSpPr>
            <a:cxnSpLocks/>
          </p:cNvCxnSpPr>
          <p:nvPr/>
        </p:nvCxnSpPr>
        <p:spPr>
          <a:xfrm>
            <a:off x="7521594" y="2953154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7E40247-4BB2-0645-06A1-3A0B73A1E334}"/>
              </a:ext>
            </a:extLst>
          </p:cNvPr>
          <p:cNvCxnSpPr>
            <a:cxnSpLocks/>
          </p:cNvCxnSpPr>
          <p:nvPr/>
        </p:nvCxnSpPr>
        <p:spPr>
          <a:xfrm>
            <a:off x="7511828" y="3106576"/>
            <a:ext cx="7302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头: 右 23">
            <a:extLst>
              <a:ext uri="{FF2B5EF4-FFF2-40B4-BE49-F238E27FC236}">
                <a16:creationId xmlns:a16="http://schemas.microsoft.com/office/drawing/2014/main" id="{68DA3E8F-127D-CBED-E268-4B38E2F9B550}"/>
              </a:ext>
            </a:extLst>
          </p:cNvPr>
          <p:cNvSpPr/>
          <p:nvPr/>
        </p:nvSpPr>
        <p:spPr>
          <a:xfrm rot="5400000">
            <a:off x="9889238" y="2395976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818C3EC-F189-3779-612F-AAE8ED0AF61A}"/>
              </a:ext>
            </a:extLst>
          </p:cNvPr>
          <p:cNvSpPr/>
          <p:nvPr/>
        </p:nvSpPr>
        <p:spPr>
          <a:xfrm rot="5400000">
            <a:off x="9860342" y="5391902"/>
            <a:ext cx="306846" cy="2224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331C88A-78FF-FD26-4378-DD0F9E893989}"/>
              </a:ext>
            </a:extLst>
          </p:cNvPr>
          <p:cNvCxnSpPr>
            <a:cxnSpLocks/>
          </p:cNvCxnSpPr>
          <p:nvPr/>
        </p:nvCxnSpPr>
        <p:spPr>
          <a:xfrm>
            <a:off x="9879777" y="3947334"/>
            <a:ext cx="0" cy="649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8D9A8D2-520C-DDC6-0719-6CB9516C69EE}"/>
              </a:ext>
            </a:extLst>
          </p:cNvPr>
          <p:cNvCxnSpPr>
            <a:cxnSpLocks/>
          </p:cNvCxnSpPr>
          <p:nvPr/>
        </p:nvCxnSpPr>
        <p:spPr>
          <a:xfrm>
            <a:off x="10013767" y="3947334"/>
            <a:ext cx="0" cy="649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7104E8A-55DD-4A31-8FA6-4F3F22941725}"/>
              </a:ext>
            </a:extLst>
          </p:cNvPr>
          <p:cNvCxnSpPr>
            <a:cxnSpLocks/>
          </p:cNvCxnSpPr>
          <p:nvPr/>
        </p:nvCxnSpPr>
        <p:spPr>
          <a:xfrm>
            <a:off x="10153893" y="3947334"/>
            <a:ext cx="0" cy="649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标题 1">
            <a:extLst>
              <a:ext uri="{FF2B5EF4-FFF2-40B4-BE49-F238E27FC236}">
                <a16:creationId xmlns:a16="http://schemas.microsoft.com/office/drawing/2014/main" id="{CB334AB0-1345-462D-0784-097973C0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079"/>
          </a:xfrm>
        </p:spPr>
        <p:txBody>
          <a:bodyPr/>
          <a:lstStyle/>
          <a:p>
            <a:r>
              <a:rPr lang="en-US" altLang="zh-CN" dirty="0"/>
              <a:t>overview</a:t>
            </a:r>
            <a:r>
              <a:rPr lang="zh-CN" altLang="en-US" dirty="0"/>
              <a:t>大模型处理过程部分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AB1CC43-AA5F-C75D-A189-2B6593015F93}"/>
              </a:ext>
            </a:extLst>
          </p:cNvPr>
          <p:cNvSpPr txBox="1"/>
          <p:nvPr/>
        </p:nvSpPr>
        <p:spPr>
          <a:xfrm>
            <a:off x="1707049" y="2376141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9F4C82-60C3-6BE1-70A5-80B9B6FF8DA9}"/>
              </a:ext>
            </a:extLst>
          </p:cNvPr>
          <p:cNvSpPr txBox="1"/>
          <p:nvPr/>
        </p:nvSpPr>
        <p:spPr>
          <a:xfrm>
            <a:off x="227354" y="4262504"/>
            <a:ext cx="36215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由</a:t>
            </a:r>
            <a:r>
              <a:rPr lang="en-US" altLang="zh-CN" sz="2400" dirty="0"/>
              <a:t>API</a:t>
            </a:r>
            <a:r>
              <a:rPr lang="zh-CN" altLang="en-US" sz="2400" dirty="0"/>
              <a:t>文档</a:t>
            </a:r>
            <a:r>
              <a:rPr lang="en-US" altLang="zh-CN" sz="2400" dirty="0"/>
              <a:t>/</a:t>
            </a:r>
            <a:r>
              <a:rPr lang="zh-CN" altLang="en-US" sz="2400" dirty="0"/>
              <a:t>静态分析中</a:t>
            </a:r>
            <a:endParaRPr lang="en-US" altLang="zh-CN" sz="2400" dirty="0"/>
          </a:p>
          <a:p>
            <a:r>
              <a:rPr lang="zh-CN" altLang="en-US" sz="2400" dirty="0"/>
              <a:t>得到的</a:t>
            </a:r>
            <a:r>
              <a:rPr lang="en-US" altLang="zh-CN" sz="2400" dirty="0"/>
              <a:t>exception</a:t>
            </a:r>
            <a:r>
              <a:rPr lang="zh-CN" altLang="en-US" sz="2400" dirty="0"/>
              <a:t>出现条件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ACD041-973B-8907-62C3-62EB4C15891D}"/>
              </a:ext>
            </a:extLst>
          </p:cNvPr>
          <p:cNvSpPr txBox="1"/>
          <p:nvPr/>
        </p:nvSpPr>
        <p:spPr>
          <a:xfrm>
            <a:off x="1707049" y="37529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541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3EC8-97D6-ACB4-F303-585DCE16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2AADD2-F475-9078-6EB8-20AFCBA5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得到树</a:t>
            </a:r>
            <a:r>
              <a:rPr lang="en-US" altLang="zh-CN" sz="2000" dirty="0"/>
              <a:t>+exception</a:t>
            </a:r>
            <a:r>
              <a:rPr lang="zh-CN" altLang="en-US" sz="2000" dirty="0"/>
              <a:t>集合</a:t>
            </a:r>
            <a:endParaRPr lang="en-US" altLang="zh-CN" sz="2000" dirty="0"/>
          </a:p>
          <a:p>
            <a:r>
              <a:rPr lang="zh-CN" altLang="en-US" sz="2000" dirty="0"/>
              <a:t>从</a:t>
            </a:r>
            <a:r>
              <a:rPr lang="en-US" altLang="zh-CN" sz="2000" dirty="0"/>
              <a:t>exception</a:t>
            </a:r>
            <a:r>
              <a:rPr lang="zh-CN" altLang="en-US" sz="2000" dirty="0"/>
              <a:t>中，对每个</a:t>
            </a:r>
            <a:r>
              <a:rPr lang="en-US" altLang="zh-CN" sz="2000" dirty="0"/>
              <a:t>API</a:t>
            </a:r>
            <a:r>
              <a:rPr lang="zh-CN" altLang="en-US" sz="2000" dirty="0"/>
              <a:t>，问调用过程中有无</a:t>
            </a:r>
            <a:r>
              <a:rPr lang="en-US" altLang="zh-CN" sz="2000" dirty="0"/>
              <a:t>exception</a:t>
            </a:r>
            <a:r>
              <a:rPr lang="zh-CN" altLang="en-US" sz="2000" dirty="0"/>
              <a:t>条件判断</a:t>
            </a:r>
            <a:endParaRPr lang="en-US" altLang="zh-CN" sz="2000" dirty="0"/>
          </a:p>
          <a:p>
            <a:r>
              <a:rPr lang="zh-CN" altLang="en-US" sz="2000" dirty="0"/>
              <a:t>从</a:t>
            </a:r>
            <a:r>
              <a:rPr lang="en-US" altLang="zh-CN" sz="2000" dirty="0"/>
              <a:t>exception</a:t>
            </a:r>
            <a:r>
              <a:rPr lang="zh-CN" altLang="en-US" sz="2000" dirty="0"/>
              <a:t>中，对每个</a:t>
            </a:r>
            <a:r>
              <a:rPr lang="en-US" altLang="zh-CN" sz="2000" dirty="0"/>
              <a:t>throw</a:t>
            </a:r>
            <a:r>
              <a:rPr lang="zh-CN" altLang="en-US" sz="2000" dirty="0"/>
              <a:t>，问</a:t>
            </a:r>
            <a:r>
              <a:rPr lang="en-US" altLang="zh-CN" sz="2000" dirty="0"/>
              <a:t>throw</a:t>
            </a:r>
            <a:r>
              <a:rPr lang="zh-CN" altLang="en-US" sz="2000" dirty="0"/>
              <a:t>的</a:t>
            </a:r>
            <a:r>
              <a:rPr lang="en-US" altLang="zh-CN" sz="2000" dirty="0"/>
              <a:t>exception</a:t>
            </a:r>
            <a:r>
              <a:rPr lang="zh-CN" altLang="en-US" sz="2000"/>
              <a:t>是否需要被捕获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64818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4826DC96-D095-4EEA-D079-C2BE6E28089D}"/>
              </a:ext>
            </a:extLst>
          </p:cNvPr>
          <p:cNvSpPr txBox="1"/>
          <p:nvPr/>
        </p:nvSpPr>
        <p:spPr>
          <a:xfrm>
            <a:off x="3356329" y="2011875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完整信息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3BE542-4D25-1436-F221-1BCD1D69BC0C}"/>
              </a:ext>
            </a:extLst>
          </p:cNvPr>
          <p:cNvSpPr txBox="1"/>
          <p:nvPr/>
        </p:nvSpPr>
        <p:spPr>
          <a:xfrm>
            <a:off x="499244" y="20118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待测代码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939AA6C-7261-4285-470A-9F0E6BD87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88" y="1679102"/>
            <a:ext cx="362709" cy="36270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EC43DD5-0443-1106-4003-A883F4B78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391" y="1679102"/>
            <a:ext cx="362709" cy="36270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5CC8D68-B8B1-888A-28E7-05CBD0A09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32" y="475450"/>
            <a:ext cx="362709" cy="362709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91023D81-898F-D50F-EE09-07924BB2D39F}"/>
              </a:ext>
            </a:extLst>
          </p:cNvPr>
          <p:cNvSpPr txBox="1"/>
          <p:nvPr/>
        </p:nvSpPr>
        <p:spPr>
          <a:xfrm>
            <a:off x="4757172" y="7971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未捕获异常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CD808E90-02B2-D0EB-EFB1-AD9B1B0F54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107" y="3254068"/>
            <a:ext cx="362709" cy="362709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E2A4146-9EBD-4F0B-A337-B02C474575B6}"/>
              </a:ext>
            </a:extLst>
          </p:cNvPr>
          <p:cNvSpPr txBox="1"/>
          <p:nvPr/>
        </p:nvSpPr>
        <p:spPr>
          <a:xfrm>
            <a:off x="8698047" y="36126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受关注异常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83AEC676-318B-3DE3-CE3E-1DCA6F7A4A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73" y="4040817"/>
            <a:ext cx="362709" cy="362709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9DC2283B-A1A1-BE10-179A-336C71748782}"/>
              </a:ext>
            </a:extLst>
          </p:cNvPr>
          <p:cNvSpPr txBox="1"/>
          <p:nvPr/>
        </p:nvSpPr>
        <p:spPr>
          <a:xfrm>
            <a:off x="221471" y="438803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源码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9C92F1B9-056A-888D-0B9C-9E7FB4850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076" y="4040817"/>
            <a:ext cx="362709" cy="362709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73A5183A-4601-73DF-2E58-AD122A6A670A}"/>
              </a:ext>
            </a:extLst>
          </p:cNvPr>
          <p:cNvSpPr txBox="1"/>
          <p:nvPr/>
        </p:nvSpPr>
        <p:spPr>
          <a:xfrm>
            <a:off x="2133937" y="438803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API</a:t>
            </a:r>
            <a:r>
              <a:rPr lang="zh-CN" altLang="en-US" dirty="0"/>
              <a:t>文档库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F034A37-D789-519A-A768-1CD792D8C252}"/>
              </a:ext>
            </a:extLst>
          </p:cNvPr>
          <p:cNvSpPr/>
          <p:nvPr/>
        </p:nvSpPr>
        <p:spPr>
          <a:xfrm>
            <a:off x="1869321" y="1671216"/>
            <a:ext cx="1152654" cy="681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静态分析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F138F0-8494-C012-7A90-5F2ACBC1151C}"/>
              </a:ext>
            </a:extLst>
          </p:cNvPr>
          <p:cNvSpPr/>
          <p:nvPr/>
        </p:nvSpPr>
        <p:spPr>
          <a:xfrm>
            <a:off x="4819516" y="1667811"/>
            <a:ext cx="1152654" cy="681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异常传递链分析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03EB4996-C420-D9F5-6322-661067DA52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86" y="3249963"/>
            <a:ext cx="362709" cy="362709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4507EBAC-17F7-CE12-1BBE-59C40321BDFD}"/>
              </a:ext>
            </a:extLst>
          </p:cNvPr>
          <p:cNvSpPr txBox="1"/>
          <p:nvPr/>
        </p:nvSpPr>
        <p:spPr>
          <a:xfrm>
            <a:off x="10122542" y="36126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异常说明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B4E8FD9-B07E-F99E-F0BA-FA7A9FEEACFB}"/>
              </a:ext>
            </a:extLst>
          </p:cNvPr>
          <p:cNvSpPr/>
          <p:nvPr/>
        </p:nvSpPr>
        <p:spPr>
          <a:xfrm>
            <a:off x="7705415" y="1592477"/>
            <a:ext cx="3204116" cy="130884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/>
                </a:solidFill>
              </a:rPr>
              <a:t>智能体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</a:p>
          <a:p>
            <a:pPr algn="ctr"/>
            <a:r>
              <a:rPr lang="zh-CN" altLang="en-US" dirty="0">
                <a:solidFill>
                  <a:schemeClr val="accent2"/>
                </a:solidFill>
              </a:rPr>
              <a:t>异常抛出位置</a:t>
            </a:r>
            <a:endParaRPr lang="en-US" altLang="zh-CN" dirty="0">
              <a:solidFill>
                <a:schemeClr val="accent2"/>
              </a:solidFill>
            </a:endParaRPr>
          </a:p>
          <a:p>
            <a:pPr algn="ctr"/>
            <a:r>
              <a:rPr lang="zh-CN" altLang="en-US" dirty="0">
                <a:solidFill>
                  <a:schemeClr val="accent2"/>
                </a:solidFill>
              </a:rPr>
              <a:t>代码分析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7A57CD4A-512F-D8C7-2B7E-8C133CAB21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60" y="4066070"/>
            <a:ext cx="362709" cy="362709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A3FF4043-7398-96E4-6D74-AFCA9A3A17C7}"/>
              </a:ext>
            </a:extLst>
          </p:cNvPr>
          <p:cNvSpPr txBox="1"/>
          <p:nvPr/>
        </p:nvSpPr>
        <p:spPr>
          <a:xfrm>
            <a:off x="5124316" y="43880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相关文档</a:t>
            </a:r>
          </a:p>
        </p:txBody>
      </p:sp>
      <p:sp>
        <p:nvSpPr>
          <p:cNvPr id="62" name="箭头: V 形 61">
            <a:extLst>
              <a:ext uri="{FF2B5EF4-FFF2-40B4-BE49-F238E27FC236}">
                <a16:creationId xmlns:a16="http://schemas.microsoft.com/office/drawing/2014/main" id="{0CED4665-73BC-C4BC-7CE0-BB0EB92B497D}"/>
              </a:ext>
            </a:extLst>
          </p:cNvPr>
          <p:cNvSpPr/>
          <p:nvPr/>
        </p:nvSpPr>
        <p:spPr>
          <a:xfrm>
            <a:off x="1272627" y="4107691"/>
            <a:ext cx="888376" cy="591670"/>
          </a:xfrm>
          <a:prstGeom prst="chevron">
            <a:avLst>
              <a:gd name="adj" fmla="val 1911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方法遍历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A665E50-87CD-9D34-AE1C-63276EC42793}"/>
              </a:ext>
            </a:extLst>
          </p:cNvPr>
          <p:cNvSpPr/>
          <p:nvPr/>
        </p:nvSpPr>
        <p:spPr>
          <a:xfrm>
            <a:off x="3615949" y="4076050"/>
            <a:ext cx="1152654" cy="681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提取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72EC2D0-5549-1DAA-41ED-94E591AD88DE}"/>
              </a:ext>
            </a:extLst>
          </p:cNvPr>
          <p:cNvSpPr/>
          <p:nvPr/>
        </p:nvSpPr>
        <p:spPr>
          <a:xfrm>
            <a:off x="7702930" y="4340608"/>
            <a:ext cx="3204116" cy="130884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智能体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</a:p>
          <a:p>
            <a:pPr algn="ctr"/>
            <a:r>
              <a:rPr lang="zh-CN" altLang="en-US" dirty="0">
                <a:solidFill>
                  <a:schemeClr val="accent1"/>
                </a:solidFill>
              </a:rPr>
              <a:t>异常捕获位置</a:t>
            </a:r>
            <a:endParaRPr lang="en-US" altLang="zh-CN" dirty="0">
              <a:solidFill>
                <a:schemeClr val="accent1"/>
              </a:solidFill>
            </a:endParaRPr>
          </a:p>
          <a:p>
            <a:pPr algn="ctr"/>
            <a:r>
              <a:rPr lang="zh-CN" altLang="en-US" dirty="0">
                <a:solidFill>
                  <a:schemeClr val="accent1"/>
                </a:solidFill>
              </a:rPr>
              <a:t>代码分析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D411A161-806B-0399-245C-EDCCBC676B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633" y="5990131"/>
            <a:ext cx="362709" cy="362709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34000415-5AC9-366B-DCF3-42FF919603D5}"/>
              </a:ext>
            </a:extLst>
          </p:cNvPr>
          <p:cNvSpPr txBox="1"/>
          <p:nvPr/>
        </p:nvSpPr>
        <p:spPr>
          <a:xfrm>
            <a:off x="8527392" y="63528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异常处理方案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62EBD2A-97FD-4FE2-4396-EDB08C239E5C}"/>
              </a:ext>
            </a:extLst>
          </p:cNvPr>
          <p:cNvCxnSpPr>
            <a:cxnSpLocks/>
          </p:cNvCxnSpPr>
          <p:nvPr/>
        </p:nvCxnSpPr>
        <p:spPr>
          <a:xfrm>
            <a:off x="1480495" y="2001572"/>
            <a:ext cx="2715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2D2D6EB8-6E4C-1993-A638-21BE5C204961}"/>
              </a:ext>
            </a:extLst>
          </p:cNvPr>
          <p:cNvCxnSpPr>
            <a:cxnSpLocks/>
          </p:cNvCxnSpPr>
          <p:nvPr/>
        </p:nvCxnSpPr>
        <p:spPr>
          <a:xfrm>
            <a:off x="3084798" y="2008470"/>
            <a:ext cx="2715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019178E-39F9-B0AB-1C76-78ABAF5F4EDC}"/>
              </a:ext>
            </a:extLst>
          </p:cNvPr>
          <p:cNvCxnSpPr>
            <a:cxnSpLocks/>
          </p:cNvCxnSpPr>
          <p:nvPr/>
        </p:nvCxnSpPr>
        <p:spPr>
          <a:xfrm>
            <a:off x="4485164" y="2008470"/>
            <a:ext cx="2715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DB89B98-F143-0B79-F699-A967325F5398}"/>
              </a:ext>
            </a:extLst>
          </p:cNvPr>
          <p:cNvCxnSpPr>
            <a:cxnSpLocks/>
          </p:cNvCxnSpPr>
          <p:nvPr/>
        </p:nvCxnSpPr>
        <p:spPr>
          <a:xfrm flipV="1">
            <a:off x="5426586" y="1292607"/>
            <a:ext cx="0" cy="237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DF359E9-3264-A848-02FE-086B7CF0D735}"/>
              </a:ext>
            </a:extLst>
          </p:cNvPr>
          <p:cNvCxnSpPr>
            <a:cxnSpLocks/>
          </p:cNvCxnSpPr>
          <p:nvPr/>
        </p:nvCxnSpPr>
        <p:spPr>
          <a:xfrm>
            <a:off x="4852785" y="4403526"/>
            <a:ext cx="2715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8538391-F46D-4929-D316-78D4F3D13C5F}"/>
              </a:ext>
            </a:extLst>
          </p:cNvPr>
          <p:cNvCxnSpPr>
            <a:cxnSpLocks/>
          </p:cNvCxnSpPr>
          <p:nvPr/>
        </p:nvCxnSpPr>
        <p:spPr>
          <a:xfrm>
            <a:off x="3265388" y="4428779"/>
            <a:ext cx="2715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579CB4AC-2576-DD22-081D-018AE7235135}"/>
              </a:ext>
            </a:extLst>
          </p:cNvPr>
          <p:cNvCxnSpPr>
            <a:cxnSpLocks/>
          </p:cNvCxnSpPr>
          <p:nvPr/>
        </p:nvCxnSpPr>
        <p:spPr>
          <a:xfrm flipH="1" flipV="1">
            <a:off x="5395843" y="2492188"/>
            <a:ext cx="15450" cy="14898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90FF4B1-A318-671D-7BB8-3E4C04A31FF3}"/>
              </a:ext>
            </a:extLst>
          </p:cNvPr>
          <p:cNvCxnSpPr>
            <a:cxnSpLocks/>
          </p:cNvCxnSpPr>
          <p:nvPr/>
        </p:nvCxnSpPr>
        <p:spPr>
          <a:xfrm>
            <a:off x="8203807" y="1163094"/>
            <a:ext cx="71" cy="42938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2D85A72F-F5CB-BECE-7CAD-3A21B7E68902}"/>
              </a:ext>
            </a:extLst>
          </p:cNvPr>
          <p:cNvCxnSpPr>
            <a:cxnSpLocks/>
          </p:cNvCxnSpPr>
          <p:nvPr/>
        </p:nvCxnSpPr>
        <p:spPr>
          <a:xfrm>
            <a:off x="10207204" y="797116"/>
            <a:ext cx="0" cy="7953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67828AC-54C1-CC53-A35C-56C09EDD0212}"/>
              </a:ext>
            </a:extLst>
          </p:cNvPr>
          <p:cNvCxnSpPr>
            <a:cxnSpLocks/>
          </p:cNvCxnSpPr>
          <p:nvPr/>
        </p:nvCxnSpPr>
        <p:spPr>
          <a:xfrm>
            <a:off x="6232312" y="797116"/>
            <a:ext cx="39961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DFE00EF-739D-11B1-BBB2-0B757F10481E}"/>
              </a:ext>
            </a:extLst>
          </p:cNvPr>
          <p:cNvCxnSpPr>
            <a:cxnSpLocks/>
          </p:cNvCxnSpPr>
          <p:nvPr/>
        </p:nvCxnSpPr>
        <p:spPr>
          <a:xfrm>
            <a:off x="6485514" y="4693862"/>
            <a:ext cx="35497" cy="7297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A2B7773C-F8CE-848E-6764-6D5EB824C57F}"/>
              </a:ext>
            </a:extLst>
          </p:cNvPr>
          <p:cNvCxnSpPr>
            <a:cxnSpLocks/>
          </p:cNvCxnSpPr>
          <p:nvPr/>
        </p:nvCxnSpPr>
        <p:spPr>
          <a:xfrm>
            <a:off x="8118181" y="3688728"/>
            <a:ext cx="0" cy="5586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54AC1BA-921B-3D59-9B64-F6C1F755E29A}"/>
              </a:ext>
            </a:extLst>
          </p:cNvPr>
          <p:cNvCxnSpPr>
            <a:cxnSpLocks/>
          </p:cNvCxnSpPr>
          <p:nvPr/>
        </p:nvCxnSpPr>
        <p:spPr>
          <a:xfrm>
            <a:off x="9367461" y="3982004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B31D672D-84A2-74C4-5872-B90041B9B9D6}"/>
              </a:ext>
            </a:extLst>
          </p:cNvPr>
          <p:cNvCxnSpPr>
            <a:cxnSpLocks/>
          </p:cNvCxnSpPr>
          <p:nvPr/>
        </p:nvCxnSpPr>
        <p:spPr>
          <a:xfrm>
            <a:off x="10676540" y="3982004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64CFE93F-DF92-AED1-4627-E088E2C5CFCE}"/>
              </a:ext>
            </a:extLst>
          </p:cNvPr>
          <p:cNvCxnSpPr>
            <a:cxnSpLocks/>
          </p:cNvCxnSpPr>
          <p:nvPr/>
        </p:nvCxnSpPr>
        <p:spPr>
          <a:xfrm>
            <a:off x="9367461" y="2963112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94D5589-FBDA-DD02-B9F8-E4ED5E024979}"/>
              </a:ext>
            </a:extLst>
          </p:cNvPr>
          <p:cNvCxnSpPr>
            <a:cxnSpLocks/>
          </p:cNvCxnSpPr>
          <p:nvPr/>
        </p:nvCxnSpPr>
        <p:spPr>
          <a:xfrm>
            <a:off x="10666919" y="2975979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F29E6609-A659-1EBB-A17A-BCDDBDB62D29}"/>
              </a:ext>
            </a:extLst>
          </p:cNvPr>
          <p:cNvCxnSpPr>
            <a:cxnSpLocks/>
          </p:cNvCxnSpPr>
          <p:nvPr/>
        </p:nvCxnSpPr>
        <p:spPr>
          <a:xfrm flipH="1">
            <a:off x="5734443" y="1163094"/>
            <a:ext cx="1416975" cy="28189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D419CADE-ADEF-391D-9C01-40E1C8A0F91F}"/>
              </a:ext>
            </a:extLst>
          </p:cNvPr>
          <p:cNvCxnSpPr>
            <a:cxnSpLocks/>
          </p:cNvCxnSpPr>
          <p:nvPr/>
        </p:nvCxnSpPr>
        <p:spPr>
          <a:xfrm>
            <a:off x="7165664" y="1166448"/>
            <a:ext cx="103814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60FD216-1E3D-1C02-98D3-0D86AC8831DA}"/>
              </a:ext>
            </a:extLst>
          </p:cNvPr>
          <p:cNvCxnSpPr>
            <a:cxnSpLocks/>
          </p:cNvCxnSpPr>
          <p:nvPr/>
        </p:nvCxnSpPr>
        <p:spPr>
          <a:xfrm flipH="1">
            <a:off x="6129358" y="3688727"/>
            <a:ext cx="950680" cy="36327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0718A381-CEEE-C684-3689-A6F5B48AA5F2}"/>
              </a:ext>
            </a:extLst>
          </p:cNvPr>
          <p:cNvCxnSpPr>
            <a:cxnSpLocks/>
          </p:cNvCxnSpPr>
          <p:nvPr/>
        </p:nvCxnSpPr>
        <p:spPr>
          <a:xfrm>
            <a:off x="9304987" y="5698217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434BA4D1-7DC5-E432-0886-5B2C7FD76FCF}"/>
              </a:ext>
            </a:extLst>
          </p:cNvPr>
          <p:cNvCxnSpPr>
            <a:cxnSpLocks/>
          </p:cNvCxnSpPr>
          <p:nvPr/>
        </p:nvCxnSpPr>
        <p:spPr>
          <a:xfrm>
            <a:off x="7080038" y="3688728"/>
            <a:ext cx="103814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36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9935-C685-F582-E83E-96BB69DD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5CDF-A2E3-B8AB-3D4F-3392C704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</a:rPr>
              <a:t>智能体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275F8-2387-83F9-B8D8-F4D1042CB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6459" cy="4351338"/>
          </a:xfrm>
        </p:spPr>
        <p:txBody>
          <a:bodyPr/>
          <a:lstStyle/>
          <a:p>
            <a:r>
              <a:rPr lang="zh-CN" altLang="en-US" dirty="0"/>
              <a:t>职能：对异常抛出位置的代码进行分析，判断异常是否被适当的代码避免，同时给出分析结果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EE13874-F669-0FE4-E3F9-401593BE485B}"/>
              </a:ext>
            </a:extLst>
          </p:cNvPr>
          <p:cNvSpPr/>
          <p:nvPr/>
        </p:nvSpPr>
        <p:spPr>
          <a:xfrm>
            <a:off x="9466432" y="803720"/>
            <a:ext cx="1662953" cy="8695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说明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DCD479-997A-A467-E71D-E9FE38A38A34}"/>
              </a:ext>
            </a:extLst>
          </p:cNvPr>
          <p:cNvSpPr/>
          <p:nvPr/>
        </p:nvSpPr>
        <p:spPr>
          <a:xfrm>
            <a:off x="9466432" y="1945879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任务描述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3297D7-B3B4-955E-B2F1-F2CBF568BEB0}"/>
              </a:ext>
            </a:extLst>
          </p:cNvPr>
          <p:cNvSpPr/>
          <p:nvPr/>
        </p:nvSpPr>
        <p:spPr>
          <a:xfrm>
            <a:off x="9466432" y="3088038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异常抛出位置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代码上下文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AC4B95-55F5-05C2-4420-944FAE3BF848}"/>
              </a:ext>
            </a:extLst>
          </p:cNvPr>
          <p:cNvSpPr/>
          <p:nvPr/>
        </p:nvSpPr>
        <p:spPr>
          <a:xfrm>
            <a:off x="9470914" y="4230197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抛出异常</a:t>
            </a:r>
            <a:r>
              <a:rPr lang="en-US" altLang="zh-CN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代码文档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B28668-F484-887B-5E31-3C44260C7990}"/>
              </a:ext>
            </a:extLst>
          </p:cNvPr>
          <p:cNvSpPr/>
          <p:nvPr/>
        </p:nvSpPr>
        <p:spPr>
          <a:xfrm>
            <a:off x="9182550" y="416281"/>
            <a:ext cx="2171250" cy="48286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DC45E2-11EF-B304-9D3A-D10A824429F0}"/>
              </a:ext>
            </a:extLst>
          </p:cNvPr>
          <p:cNvSpPr txBox="1"/>
          <p:nvPr/>
        </p:nvSpPr>
        <p:spPr>
          <a:xfrm>
            <a:off x="9240525" y="39864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endParaRPr lang="zh-CN" altLang="en-US" dirty="0"/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745618D4-2CED-1031-F592-780A8422F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66" y="365125"/>
            <a:ext cx="362709" cy="362709"/>
          </a:xfrm>
          <a:prstGeom prst="rect">
            <a:avLst/>
          </a:prstGeom>
        </p:spPr>
      </p:pic>
      <p:sp>
        <p:nvSpPr>
          <p:cNvPr id="122" name="文本框 121">
            <a:extLst>
              <a:ext uri="{FF2B5EF4-FFF2-40B4-BE49-F238E27FC236}">
                <a16:creationId xmlns:a16="http://schemas.microsoft.com/office/drawing/2014/main" id="{8D9B6A27-F861-D931-60C8-60669DCCCD05}"/>
              </a:ext>
            </a:extLst>
          </p:cNvPr>
          <p:cNvSpPr txBox="1"/>
          <p:nvPr/>
        </p:nvSpPr>
        <p:spPr>
          <a:xfrm>
            <a:off x="6384647" y="7189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未捕获异常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3CFF295-9009-C389-62AF-069E53E3CBC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789167" y="2380668"/>
            <a:ext cx="16772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5001457-E682-AAA0-EA3D-778CBE5B35D3}"/>
              </a:ext>
            </a:extLst>
          </p:cNvPr>
          <p:cNvSpPr txBox="1"/>
          <p:nvPr/>
        </p:nvSpPr>
        <p:spPr>
          <a:xfrm>
            <a:off x="7893727" y="1750552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判断类型</a:t>
            </a:r>
            <a:endParaRPr lang="en-US" altLang="zh-CN" dirty="0"/>
          </a:p>
          <a:p>
            <a:pPr algn="ctr"/>
            <a:r>
              <a:rPr lang="zh-CN" altLang="en-US" dirty="0"/>
              <a:t>生成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0C8B58-5ECB-96D8-8331-BB06E0E00B3F}"/>
              </a:ext>
            </a:extLst>
          </p:cNvPr>
          <p:cNvCxnSpPr>
            <a:cxnSpLocks/>
          </p:cNvCxnSpPr>
          <p:nvPr/>
        </p:nvCxnSpPr>
        <p:spPr>
          <a:xfrm>
            <a:off x="7244375" y="1088276"/>
            <a:ext cx="544792" cy="12967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F508D40-AEDB-77A5-7966-6853A84450F1}"/>
              </a:ext>
            </a:extLst>
          </p:cNvPr>
          <p:cNvCxnSpPr>
            <a:cxnSpLocks/>
          </p:cNvCxnSpPr>
          <p:nvPr/>
        </p:nvCxnSpPr>
        <p:spPr>
          <a:xfrm>
            <a:off x="8017472" y="3498094"/>
            <a:ext cx="1426253" cy="14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D1CF2EF-F0F1-61E3-ED71-A0701F1501B7}"/>
              </a:ext>
            </a:extLst>
          </p:cNvPr>
          <p:cNvSpPr txBox="1"/>
          <p:nvPr/>
        </p:nvSpPr>
        <p:spPr>
          <a:xfrm>
            <a:off x="7947973" y="30204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信息提取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C3D0493-8564-6A2E-ED45-0C5CECFC9041}"/>
              </a:ext>
            </a:extLst>
          </p:cNvPr>
          <p:cNvCxnSpPr>
            <a:cxnSpLocks/>
          </p:cNvCxnSpPr>
          <p:nvPr/>
        </p:nvCxnSpPr>
        <p:spPr>
          <a:xfrm>
            <a:off x="7086907" y="1088276"/>
            <a:ext cx="920450" cy="23647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65883ADE-6E49-6B47-2A11-9FABC1DC8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123" y="4097211"/>
            <a:ext cx="362709" cy="36270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49B59F5-1296-D194-618E-394077DC8CD1}"/>
              </a:ext>
            </a:extLst>
          </p:cNvPr>
          <p:cNvSpPr txBox="1"/>
          <p:nvPr/>
        </p:nvSpPr>
        <p:spPr>
          <a:xfrm>
            <a:off x="6615479" y="44191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相关文档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D36AF94-3C2D-631B-18A1-6E8B43E8E607}"/>
              </a:ext>
            </a:extLst>
          </p:cNvPr>
          <p:cNvCxnSpPr>
            <a:cxnSpLocks/>
          </p:cNvCxnSpPr>
          <p:nvPr/>
        </p:nvCxnSpPr>
        <p:spPr>
          <a:xfrm>
            <a:off x="7893727" y="4667317"/>
            <a:ext cx="15727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55D8B9A-6EA4-01C5-042E-A177FAF58A1B}"/>
              </a:ext>
            </a:extLst>
          </p:cNvPr>
          <p:cNvSpPr txBox="1"/>
          <p:nvPr/>
        </p:nvSpPr>
        <p:spPr>
          <a:xfrm>
            <a:off x="7994686" y="42345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查询得到</a:t>
            </a: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E1B83D06-228A-2228-1541-945F448712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013" y="5593736"/>
            <a:ext cx="362709" cy="362709"/>
          </a:xfrm>
          <a:prstGeom prst="rect">
            <a:avLst/>
          </a:prstGeom>
        </p:spPr>
      </p:pic>
      <p:sp>
        <p:nvSpPr>
          <p:cNvPr id="98" name="文本框 97">
            <a:extLst>
              <a:ext uri="{FF2B5EF4-FFF2-40B4-BE49-F238E27FC236}">
                <a16:creationId xmlns:a16="http://schemas.microsoft.com/office/drawing/2014/main" id="{A45D271C-29E9-BBDB-53A9-BB12769F28C7}"/>
              </a:ext>
            </a:extLst>
          </p:cNvPr>
          <p:cNvSpPr txBox="1"/>
          <p:nvPr/>
        </p:nvSpPr>
        <p:spPr>
          <a:xfrm>
            <a:off x="9106130" y="59447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筛选意见</a:t>
            </a:r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21F0815A-E03E-A1C3-F7DB-FC76FE97E8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092" y="5589631"/>
            <a:ext cx="362709" cy="362709"/>
          </a:xfrm>
          <a:prstGeom prst="rect">
            <a:avLst/>
          </a:prstGeom>
        </p:spPr>
      </p:pic>
      <p:sp>
        <p:nvSpPr>
          <p:cNvPr id="100" name="文本框 99">
            <a:extLst>
              <a:ext uri="{FF2B5EF4-FFF2-40B4-BE49-F238E27FC236}">
                <a16:creationId xmlns:a16="http://schemas.microsoft.com/office/drawing/2014/main" id="{D05ED7AF-FE07-8334-6103-E5FFFC13FDD2}"/>
              </a:ext>
            </a:extLst>
          </p:cNvPr>
          <p:cNvSpPr txBox="1"/>
          <p:nvPr/>
        </p:nvSpPr>
        <p:spPr>
          <a:xfrm>
            <a:off x="10400448" y="59523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异常说明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8D7431A-01BA-96C4-006E-208D4A5F04E0}"/>
              </a:ext>
            </a:extLst>
          </p:cNvPr>
          <p:cNvCxnSpPr>
            <a:cxnSpLocks/>
          </p:cNvCxnSpPr>
          <p:nvPr/>
        </p:nvCxnSpPr>
        <p:spPr>
          <a:xfrm>
            <a:off x="9645367" y="5302780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59494C01-45E6-2719-1CB3-88294EF4E4A5}"/>
              </a:ext>
            </a:extLst>
          </p:cNvPr>
          <p:cNvCxnSpPr>
            <a:cxnSpLocks/>
          </p:cNvCxnSpPr>
          <p:nvPr/>
        </p:nvCxnSpPr>
        <p:spPr>
          <a:xfrm>
            <a:off x="10944825" y="5315647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61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9BBA-C65A-D8C2-88F1-B1B836F9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9918D-EDCC-5AE9-A564-4641F85B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智能体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A8073-BE94-B5C8-33A4-EA0F4661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6459" cy="4351338"/>
          </a:xfrm>
        </p:spPr>
        <p:txBody>
          <a:bodyPr/>
          <a:lstStyle/>
          <a:p>
            <a:r>
              <a:rPr lang="zh-CN" altLang="en-US" dirty="0"/>
              <a:t>职能：根据可获取的信息，分析</a:t>
            </a:r>
            <a:r>
              <a:rPr lang="en-US" altLang="zh-CN" dirty="0"/>
              <a:t>1.</a:t>
            </a:r>
            <a:r>
              <a:rPr lang="zh-CN" altLang="en-US" dirty="0"/>
              <a:t>在待测代码中是否添加异常处理；</a:t>
            </a:r>
            <a:r>
              <a:rPr lang="en-US" altLang="zh-CN" dirty="0"/>
              <a:t>2.</a:t>
            </a:r>
            <a:r>
              <a:rPr lang="zh-CN" altLang="en-US" dirty="0"/>
              <a:t>为哪行代码添加异常处理；</a:t>
            </a:r>
            <a:r>
              <a:rPr lang="en-US" altLang="zh-CN" dirty="0"/>
              <a:t>3.</a:t>
            </a:r>
            <a:r>
              <a:rPr lang="zh-CN" altLang="en-US" dirty="0"/>
              <a:t>应处理的异常类型是什么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B95D09-2AF7-9088-6443-B9811B6A51C9}"/>
              </a:ext>
            </a:extLst>
          </p:cNvPr>
          <p:cNvSpPr/>
          <p:nvPr/>
        </p:nvSpPr>
        <p:spPr>
          <a:xfrm>
            <a:off x="9466432" y="803720"/>
            <a:ext cx="1662953" cy="8695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说明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88A733F-0F73-C9BE-8C9A-9793F3B07F6A}"/>
              </a:ext>
            </a:extLst>
          </p:cNvPr>
          <p:cNvSpPr/>
          <p:nvPr/>
        </p:nvSpPr>
        <p:spPr>
          <a:xfrm>
            <a:off x="9466432" y="1945879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任务描述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F371B4-EF53-D25F-3E19-731C0F5C8DCA}"/>
              </a:ext>
            </a:extLst>
          </p:cNvPr>
          <p:cNvSpPr/>
          <p:nvPr/>
        </p:nvSpPr>
        <p:spPr>
          <a:xfrm>
            <a:off x="9466432" y="3088038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异常捕获位置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代码上下文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671D43D-B75C-D9D8-5541-4F683C8EC126}"/>
              </a:ext>
            </a:extLst>
          </p:cNvPr>
          <p:cNvSpPr/>
          <p:nvPr/>
        </p:nvSpPr>
        <p:spPr>
          <a:xfrm>
            <a:off x="9470914" y="4230197"/>
            <a:ext cx="1662953" cy="869577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待处理异常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（复数）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47DBE2-4767-E410-556D-F8155198292C}"/>
              </a:ext>
            </a:extLst>
          </p:cNvPr>
          <p:cNvSpPr/>
          <p:nvPr/>
        </p:nvSpPr>
        <p:spPr>
          <a:xfrm>
            <a:off x="9182550" y="416281"/>
            <a:ext cx="2171250" cy="48286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BB4A98-29B0-E05A-EA27-867F3DC1AFCC}"/>
              </a:ext>
            </a:extLst>
          </p:cNvPr>
          <p:cNvSpPr txBox="1"/>
          <p:nvPr/>
        </p:nvSpPr>
        <p:spPr>
          <a:xfrm>
            <a:off x="9240525" y="39864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296D790-2FDE-3FE1-B7BA-81EDFA9A2051}"/>
              </a:ext>
            </a:extLst>
          </p:cNvPr>
          <p:cNvCxnSpPr>
            <a:cxnSpLocks/>
          </p:cNvCxnSpPr>
          <p:nvPr/>
        </p:nvCxnSpPr>
        <p:spPr>
          <a:xfrm>
            <a:off x="7825012" y="3468234"/>
            <a:ext cx="1618713" cy="447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DD63008-4622-2E59-0173-60B56D531F6E}"/>
              </a:ext>
            </a:extLst>
          </p:cNvPr>
          <p:cNvSpPr txBox="1"/>
          <p:nvPr/>
        </p:nvSpPr>
        <p:spPr>
          <a:xfrm>
            <a:off x="7947973" y="30204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信息提取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66B171-CE68-DE4C-F2AB-CE384AEE99E1}"/>
              </a:ext>
            </a:extLst>
          </p:cNvPr>
          <p:cNvSpPr txBox="1"/>
          <p:nvPr/>
        </p:nvSpPr>
        <p:spPr>
          <a:xfrm>
            <a:off x="6615479" y="33532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待测代码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BC632D-FA2D-19DA-580F-1CA914DF6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123" y="3020435"/>
            <a:ext cx="362709" cy="3627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45B1E95-2E65-3431-EF1B-573B1B9CD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440" y="4249562"/>
            <a:ext cx="362709" cy="3627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104AE3F-6726-E132-7546-F8B74D880EA4}"/>
              </a:ext>
            </a:extLst>
          </p:cNvPr>
          <p:cNvSpPr txBox="1"/>
          <p:nvPr/>
        </p:nvSpPr>
        <p:spPr>
          <a:xfrm>
            <a:off x="6398381" y="458895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受关注异常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6B795A3-4C5D-80CF-3ABD-6827AB003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343" y="4233869"/>
            <a:ext cx="362709" cy="36270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DAA0BAA-CEC4-00B8-A122-C3FA21B81B35}"/>
              </a:ext>
            </a:extLst>
          </p:cNvPr>
          <p:cNvSpPr txBox="1"/>
          <p:nvPr/>
        </p:nvSpPr>
        <p:spPr>
          <a:xfrm>
            <a:off x="7692699" y="45965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异常说明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49F8317-4FC1-8627-45D4-C2199E094CE7}"/>
              </a:ext>
            </a:extLst>
          </p:cNvPr>
          <p:cNvCxnSpPr>
            <a:cxnSpLocks/>
          </p:cNvCxnSpPr>
          <p:nvPr/>
        </p:nvCxnSpPr>
        <p:spPr>
          <a:xfrm>
            <a:off x="8991600" y="4667317"/>
            <a:ext cx="4748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51E4CE0-2B51-1404-94AF-C9A9D8653D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966" y="5629588"/>
            <a:ext cx="362709" cy="36270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6478CB93-0993-9DA7-D96A-F4B624E555D7}"/>
              </a:ext>
            </a:extLst>
          </p:cNvPr>
          <p:cNvSpPr txBox="1"/>
          <p:nvPr/>
        </p:nvSpPr>
        <p:spPr>
          <a:xfrm>
            <a:off x="9559725" y="59922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异常处理方案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AF6FB4B-9EBC-FE37-82A2-600703B96E8E}"/>
              </a:ext>
            </a:extLst>
          </p:cNvPr>
          <p:cNvCxnSpPr>
            <a:cxnSpLocks/>
          </p:cNvCxnSpPr>
          <p:nvPr/>
        </p:nvCxnSpPr>
        <p:spPr>
          <a:xfrm>
            <a:off x="10337320" y="5337674"/>
            <a:ext cx="0" cy="273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49DDD96-9BC5-544D-3335-D74D04F49AA1}"/>
              </a:ext>
            </a:extLst>
          </p:cNvPr>
          <p:cNvSpPr txBox="1"/>
          <p:nvPr/>
        </p:nvSpPr>
        <p:spPr>
          <a:xfrm>
            <a:off x="5380356" y="4597386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完整信息</a:t>
            </a:r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06DB797E-C793-0FF0-EA6A-FD9EF29723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418" y="4264613"/>
            <a:ext cx="362709" cy="36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518D-35E7-4112-C923-8C3EC51E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80409-0EA4-A539-27C6-31BED2E6A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49015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2E1A-FBCC-DC70-C3F2-2202E4F5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3926E6-18FB-2FC8-5ABF-8FF9CBB72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1653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6331-3DA9-7ED4-DF74-F8E94AB6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D16DD-C60C-A907-80B7-0EFDBE1BD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448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02CD-E750-629E-5574-36CB429D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67FBE-1F79-F725-4C5C-103831E52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75311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8A19-EC77-11A0-CA37-3898BE10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ED7E9-CC75-66B9-BDC2-189287688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42569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0037-7778-61C3-E7FC-573B365D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E0353-73EE-7844-D452-9650A62D6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8370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79D44-8153-927A-C778-29CCCC20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C5AAA4-8E48-72E2-611E-4E61C8855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0061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4FA7-7D6E-A0A2-9C34-5230B5CE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3B50F8-1CC8-6F76-D21A-896C3A106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5149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2539-DC9F-D7BB-C8DC-9337BADB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03EA8-AFC4-6C74-F4EC-5AADF61C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20478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43E9-E937-40B9-284B-C14EB3FB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0D9BEE-8978-B4C8-4053-D1558853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8249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3CCF5-4456-3644-C5CA-AB36D973F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代码文档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A634F9-9530-CFC2-8930-2B651AD4F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799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D091C-4C49-2506-FB9F-75AC50ADE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65699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B79B-347D-D328-A127-E15AEB42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CF357-7D3C-7D28-FDE9-F943A5F7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250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F12C-2727-6C0C-F209-A2D2743E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AE876-49DC-D9B7-DAD9-CC428221B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12581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AAFD-02E1-55AF-0FE5-EFE71239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8C2520-7A91-5A9D-ACFE-947F4279D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262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CCFE-0C1E-4C45-6115-3478A68F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4DD197-E8EF-D8EC-A64F-B6F1C080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44904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5847-76FC-9187-2535-DE12BE2D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BE15ED-6DB8-0B0B-E709-55D0427E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94379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BB2C-D9B5-6F6C-8F23-46F2D160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14BED4-6AF9-CD20-5D66-31239ABE9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0137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7119-81FA-A341-EFDB-66EEA112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42FBBA-1218-2FD9-65D9-3E994A94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56341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A30B-D66E-5288-FAD1-068F055E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6950E-E37F-5C15-6F84-ACD7FD11DE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实验记录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2A0BA5-69B8-0FC5-8B70-A9686663A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7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3983-E55D-F340-E3B1-5E9797D2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7E1B6-60A7-D876-6497-E4954D22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74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11B33-8202-59E0-AD69-FBA8A015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EEE69-842B-4887-CACF-71D39D04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78065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458D-F6D8-80AA-7EB4-0E8E56EE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B14A5-048A-1266-8568-83AB4FC2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15420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16257-7E48-DDD5-0706-752D19F4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122F3-5528-7810-4A32-9D5FC3810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65909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5C88-9621-CD1E-49B2-AA2AFFA2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2F2DB5-5B0B-D6D8-68E4-B8E50544C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6003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9AFF-1939-9246-2414-74A3C055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9D9CD-0BB4-1ECE-0BA1-2EF66CB87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43325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5D2D-06AA-8642-8A06-2CDB63C7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0F6522-24FA-125A-B0BE-C1872C2F2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76161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C785-EB84-9AF8-5540-707FFA08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7BB23-AC20-2859-EB59-37238DF84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58471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CF78-26CD-0569-13C9-A45E818E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75760-839D-4BE2-97C6-C1849DB8E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8088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D120-18CE-8195-82D0-F828C905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3C405-1F1D-78A6-6635-64A056F62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72715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D7C3-2379-A3B8-F263-0B3C5148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995254-CECA-B1ED-AE22-4790AADA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9458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E5A1-1D88-A850-67AA-1922EE92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8BA8CF-CF54-E1E9-7857-89B2F1057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002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D0F3-8A5B-54C7-A0EB-0B309372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9FF2F-3C2C-B7BB-DB24-D461869BB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3405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B79F-DE70-5BB5-C397-C3CF847F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E5E940-DD38-8BD4-66E1-D1297438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43438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696A-B655-A069-BB27-56FCDC1F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855AE5-87AE-664B-6B2C-63A5A6CF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8001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AEA8-D420-79B2-E215-2CCB1A69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48115-EA1D-1224-6395-375CD175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353"/>
            <a:ext cx="10515600" cy="5504610"/>
          </a:xfrm>
        </p:spPr>
        <p:txBody>
          <a:bodyPr>
            <a:normAutofit/>
          </a:bodyPr>
          <a:lstStyle/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99246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337</Words>
  <Application>Microsoft Office PowerPoint</Application>
  <PresentationFormat>宽屏</PresentationFormat>
  <Paragraphs>101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8" baseType="lpstr">
      <vt:lpstr>等线</vt:lpstr>
      <vt:lpstr>等线 Light</vt:lpstr>
      <vt:lpstr>Arial</vt:lpstr>
      <vt:lpstr>Office 主题​​</vt:lpstr>
      <vt:lpstr>实验设计</vt:lpstr>
      <vt:lpstr>PowerPoint 演示文稿</vt:lpstr>
      <vt:lpstr>overview代码分析部分</vt:lpstr>
      <vt:lpstr>overview大模型处理过程部分</vt:lpstr>
      <vt:lpstr>PowerPoint 演示文稿</vt:lpstr>
      <vt:lpstr>PowerPoint 演示文稿</vt:lpstr>
      <vt:lpstr>智能体1</vt:lpstr>
      <vt:lpstr>智能体2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代码文档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chentianyiyx@163.com</dc:creator>
  <cp:lastModifiedBy>chentianyiyx@163.com</cp:lastModifiedBy>
  <cp:revision>5</cp:revision>
  <dcterms:created xsi:type="dcterms:W3CDTF">2025-03-10T02:42:03Z</dcterms:created>
  <dcterms:modified xsi:type="dcterms:W3CDTF">2025-03-17T06:35:04Z</dcterms:modified>
</cp:coreProperties>
</file>